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Типы проверки: встроенные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</a:rPr>
              <a:t>6 функций готовы сразу после запуска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Орфография
и пунктуация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Ошибки с объяснением
Оценка 0–5
Общий комментарий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5416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Сочинение
ОГЭ 9.3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8 критериев:
СК1–СК4 (содержание)
ГК1–ГК4 (грамотность)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3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Сочинение
ЕГЭ 2026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10 критериев К1–К10
по нормам ФИПИ 2026
Максимум 22 балла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Итоговое сочинение
(школьная)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5 критериев К1–К5
Зачёт / незачёт
Допуск к ЕГЭ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Итоговое сочинение
(вузовская)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10 критериев К1–К10
Максимум 20 баллов
Для поступления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22408" y="1051560"/>
            <a:ext cx="1874519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32136" y="1161288"/>
            <a:ext cx="16550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Свободная
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32136" y="1490472"/>
            <a:ext cx="1655063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Учитель сам
формулирует задание
ИИ его выполняет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91840"/>
            <a:ext cx="11786616" cy="45720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46E5"/>
                </a:solidFill>
              </a:rPr>
              <a:t>✚  Пользователь может создать собственную функцию, опубликовать в галерею и поделиться с другими учителями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Как работает проверка: CheckService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</a:rPr>
              <a:t>Routes → CheckService → LLMService → parse JSON → highlight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POST
/check/stream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280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FunctionRepository
.get(id)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280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_build_messages()
system +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280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LLMService
.stream()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280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_parse()
JSON → dict
+очистка ```json```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280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005840"/>
            <a:ext cx="16002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115568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_build_result()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1444752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148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_build_result() — что входит в итоговый ответ: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514600"/>
            <a:ext cx="256032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2514600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551176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corrected_text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2551176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Исправленный текст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816352"/>
            <a:ext cx="256032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2816352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852928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errors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852928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Список ошибок (JSON-массив)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118104"/>
            <a:ext cx="256032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3118104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154680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score / score_max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154680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Числовая оценка и максимум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419856"/>
            <a:ext cx="2560320" cy="283464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0" y="3419856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456432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pass_fail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456432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«зачёт» / «незачёт» (итоговое сочинение)  ★ НОВОЕ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721608"/>
            <a:ext cx="2560320" cy="283464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3721608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758184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criteria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3758184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Баллы по критериям ОГЭ/ЕГЭ  ★ НОВОЕ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3360"/>
            <a:ext cx="2560320" cy="283464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0" y="4023360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059936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min_words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059936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Минимум слов из настроек функции  ★ НОВОЕ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4325112"/>
            <a:ext cx="256032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0" y="4325112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361688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html_highlighted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361688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Текст с &lt;span&gt; вокруг ошибок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26864"/>
            <a:ext cx="256032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0" y="4626864"/>
            <a:ext cx="5943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663440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46E5"/>
                </a:solidFill>
              </a:rPr>
              <a:t>comment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4663440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</a:rPr>
              <a:t>Общий комментарий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2148840"/>
            <a:ext cx="315468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0" y="2212848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3C5FD"/>
                </a:solidFill>
              </a:rPr>
              <a:t>def _parse(self, raw: str) -&gt; dict:
    # Очищаем markdown-обёртку ```json ... ```
    cleaned = re.sub(r'^```(?:json)?\s*', '', raw.strip())
    cleaned = re.sub(r'\s*```\s*$', '', cleaned)
    match = re.search(r'\{[\s\S]*\}', cleaned)
   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Функции проверки: создание, публикация, галерея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</a:rPr>
              <a:t>Каждая функция — это system_prompt + user_template с плейсхолдером {text}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219456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6128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Создание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90472"/>
            <a:ext cx="19751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Учитель пишет system_prompt
(инструкции для ИИ)
и user_template с {text}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1920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1051560"/>
            <a:ext cx="219456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4" y="116128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Использование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4" y="1490472"/>
            <a:ext cx="19751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Выбирается в CheckPanel
Текст подставляется вместо {text}
Отправляется в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920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1183" y="1051560"/>
            <a:ext cx="219456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16128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</a:rPr>
              <a:t>Публикация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1490472"/>
            <a:ext cx="19751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Флаг is_published = True
Функция попадает в галерею
Другие видят её версии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920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51191" y="1051560"/>
            <a:ext cx="219456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16128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Версионирование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1490472"/>
            <a:ext cx="19751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Авто: при редактировании опубл.
Вручную: кнопка «Сохранить версию»
Удаление версий
Другие видят версии (чтение)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5" y="1920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051560"/>
            <a:ext cx="219456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116128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Копирование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1490472"/>
            <a:ext cx="19751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Другой учитель нажимает
«Скопировать»
Копия в его библиотеке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657600"/>
            <a:ext cx="11786616" cy="11887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033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★  Новые маршруты версионирования: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050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POST   /functions/{id}/versions              — сохранить версию вручную (+ необязательная заметка)
DELETE /functions/{id}/versions/{ver_id}     — удалить версию
GET    /functions/{id}/versions              — история версий (владелец + все пользователи для опубликованных)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4983480"/>
            <a:ext cx="11786616" cy="384048"/>
          </a:xfrm>
          <a:prstGeom prst="rect">
            <a:avLst/>
          </a:prstGeom>
          <a:solidFill>
            <a:srgbClr val="FFF1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0292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⚠  is_default = True → нельзя редактировать и удалять  (6 стандартных функций защищены от изменений)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База данных: 8 таблиц, PostgreSQL через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005840"/>
            <a:ext cx="2103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115568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user_profiles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1444752"/>
            <a:ext cx="18836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user_id (PK), display_name, bio
Профиль учителя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005840"/>
            <a:ext cx="2377440" cy="260604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111556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checks 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1444752"/>
            <a:ext cx="215798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user_id, pupil_id, function_id,
folder_id, title, source_text,
original_text, corrected_text,
errors (JSON), criteria (JSONB) ★,
pass_fail (TEXT) ★, score, score_max,
comment, work_date
Результаты проверок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005840"/>
            <a:ext cx="2651760" cy="260604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115568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functions 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444752"/>
            <a:ext cx="243230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user_id, name, system_prompt,
user_template,
score_max (INT) ★,
min_words (INT) ★,
is_default, is_published
Функции проверки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005840"/>
            <a:ext cx="44805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111556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function_versions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1444752"/>
            <a:ext cx="426110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function_id, version_number,
name, system_prompt, user_template,
change_note, created_at
История версий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703320"/>
            <a:ext cx="2103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" y="3813048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pupils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" y="4142231"/>
            <a:ext cx="18836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user_id, name
UNIQUE(user_id, name)
Ученики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3703320"/>
            <a:ext cx="2377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1448" y="381304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4142231"/>
            <a:ext cx="21579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user_id, name, description
Группы / классы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70332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813048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pupil_groups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142231"/>
            <a:ext cx="2432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pupil_id (FK), group_id (FK)
Ученик ↔ Группа M:M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3703320"/>
            <a:ext cx="4480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7" y="381304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7" y="4142231"/>
            <a:ext cx="42611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id, user_id, name, description
Папки для работ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5029200"/>
            <a:ext cx="1188720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507492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F46E5"/>
                </a:solidFill>
              </a:rPr>
              <a:t>★  checks.criteria — JSONB: баллы по критериям {«К1»: {score, max, comment}}
   checks.pass_fail — TEXT: «зачёт»/«незачёт» (исключается из числовой статистики)
   functions.score_max, min_words — параметры функции для оценивания и требований к объёму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Результаты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0584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078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🖊 Гибридный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4264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PaddleOCR + Tesseract, автовыбор лучшего;
поддержка кириллических имён файлов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00584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1078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📄 Документы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14264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MarkItDown: PDF, DOCX, PPTX, TXT
с сохранением структуры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4112" y="1005840"/>
            <a:ext cx="3657600" cy="114300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078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🤖 6 типов проверки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4264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Орфография, ОГЭ 9.3, ЕГЭ 2026,
Ит.сочинение (школьн./вузовск.), Свободная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67712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340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⚡ Стриминг 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26883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Ответ ИИ появляется в реальном времени,
не надо ждать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267712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2340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🔐 JWT-авторизация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26883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Supabase Auth,
изоляция данных по user_id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4112" y="2267712"/>
            <a:ext cx="3657600" cy="114300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2340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👨‍🎓 Управление данными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26883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Ученики, группы, папки, история;
зачёт/незачёт в статистике 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3529584"/>
            <a:ext cx="3657600" cy="114300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602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⚙️ Галерея функций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39502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Публикация, копирование, версионирование,
удаление версий, просмотр другими 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529584"/>
            <a:ext cx="3657600" cy="114300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79" y="3602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🔍 Подсветка ошибок в истории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39502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Волнистая линия + тултип:
тип, исправление, пояснение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54112" y="3529584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3602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🐳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9502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Готово к деплою
на любом сервере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